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AS THE BOOTSTRAP FOR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Eval Harness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Riva's request logs into a real evaluation system — one pipeline, not two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146304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 Agent — Design Proposal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ask, three different postings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version of this gap was really the same underlying requirement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AI-FEATURES POSTING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“Have built and run evals — not just prompts in a notebook.”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34840" y="169164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VAHAN.AI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9160" y="246888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“Build and defend the eval suite. Every behaviour change ships behind a golden set and a regression gate.”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169164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95360" y="246888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“Write unit and integration tests and participate in code reviews to uphold engineering excellence.”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5 — The Problem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Riva already evaluates — by hand, every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REAL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56816"/>
            <a:ext cx="128016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013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model comparisons on a fixed prompt (docs/mlx-server-evaluation.md)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825496"/>
            <a:ext cx="128016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7004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its own measurement bug mid-benchmark (RSS sampler missing llama-server)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94176"/>
            <a:ext cx="128016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3872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caveats: cold-load noise vs. steady-state, one-prompt spot checks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562856"/>
            <a:ext cx="128016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40740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revised three times as better numbers came in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1945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person, running a script, when a question comes 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30632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standing system — nothing runs unless someone remembers to run 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39319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accumulating golden set — every benchmark starts from zero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48006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regression detection — a change could silently make things worse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5 — The Problem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and eval are one pipeline, not two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gateway once. Let the eval system grow out of what it produces.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3748" y="2743200"/>
            <a:ext cx="3246120" cy="2377440"/>
          </a:xfrm>
          <a:prstGeom prst="roundRect">
            <a:avLst>
              <a:gd name="adj" fmla="val 5385"/>
            </a:avLst>
          </a:prstGeom>
          <a:solidFill>
            <a:srgbClr val="26307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348" y="2926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348" y="36118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52348" y="411480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completion through the gateway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15588" y="352044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472788" y="2743200"/>
            <a:ext cx="3246120" cy="2377440"/>
          </a:xfrm>
          <a:prstGeom prst="roundRect">
            <a:avLst>
              <a:gd name="adj" fmla="val 5385"/>
            </a:avLst>
          </a:prstGeom>
          <a:solidFill>
            <a:srgbClr val="26307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1388" y="2926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01388" y="36118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Row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1388" y="411480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structured record: model, tokens, latency, outcome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64628" y="352044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221828" y="2743200"/>
            <a:ext cx="3246120" cy="2377440"/>
          </a:xfrm>
          <a:prstGeom prst="roundRect">
            <a:avLst>
              <a:gd name="adj" fmla="val 5385"/>
            </a:avLst>
          </a:prstGeom>
          <a:solidFill>
            <a:srgbClr val="26307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0428" y="2926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450428" y="36118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Bridge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50428" y="411480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regression → sampling → golden set → continuous model choice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5 — The Core Idea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gets captured, per request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in a local telemetry_events table — additive to logging the gateway already does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5720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 IT'S CAPTURED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62E"/>
                          </a:solidFill>
                        </a:rPr>
                        <a:t>request_id, timestamp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62E"/>
                          </a:solidFill>
                        </a:rPr>
                        <a:t>Join key; time-series analysis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62E"/>
                          </a:solidFill>
                        </a:rPr>
                        <a:t>genie, provider, model, backend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62E"/>
                          </a:solidFill>
                        </a:rPr>
                        <a:t>Slice quality/latency by domain, model, Ollama vs. MLX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62E"/>
                          </a:solidFill>
                        </a:rPr>
                        <a:t>prompt_tokens, completion_tokens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62E"/>
                          </a:solidFill>
                        </a:rPr>
                        <a:t>Cost and throughput analysis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62E"/>
                          </a:solidFill>
                        </a:rPr>
                        <a:t>ttft_ms  (time to first token)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62E"/>
                          </a:solidFill>
                        </a:rPr>
                        <a:t>The text analogue of “time-to-first-audio”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62E"/>
                          </a:solidFill>
                        </a:rPr>
                        <a:t>total_latency_ms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62E"/>
                          </a:solidFill>
                        </a:rPr>
                        <a:t>What earlier docs measured by hand, each time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62E"/>
                          </a:solidFill>
                        </a:rPr>
                        <a:t>thinking_used, streaming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62E"/>
                          </a:solidFill>
                        </a:rPr>
                        <a:t>Already-computed per-request flags — free to capture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62E"/>
                          </a:solidFill>
                        </a:rPr>
                        <a:t>error, error_type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62E"/>
                          </a:solidFill>
                        </a:rPr>
                        <a:t>Failure-rate tracking without grepping logs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62E"/>
                          </a:solidFill>
                        </a:rPr>
                        <a:t>prompt_text, response_text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162E"/>
                          </a:solidFill>
                        </a:rPr>
                        <a:t>Stored locally only — see privacy note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5 — The Schema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bridge: five stages from log line to eval suite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54584" y="1600200"/>
            <a:ext cx="2084832" cy="429768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76960" y="187452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7696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91744" y="26974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9176" y="3383280"/>
            <a:ext cx="17556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p50/p95 latency, error rate, model mix. Closes “observability” on its own.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48560" y="3429000"/>
            <a:ext cx="146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04008" y="1600200"/>
            <a:ext cx="2084832" cy="429768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6384" y="18745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6384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41168" y="26974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Detection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68600" y="3383280"/>
            <a:ext cx="17556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windows on every config change — a real regression gate, query-only.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7984" y="3429000"/>
            <a:ext cx="146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53432" y="1600200"/>
            <a:ext cx="2084832" cy="429768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75808" y="18745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5808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90592" y="26974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&amp; Labeling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218024" y="3383280"/>
            <a:ext cx="17556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request/response pairs into a review queue; label good / bad by hand.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47408" y="3429000"/>
            <a:ext cx="146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302856" y="1600200"/>
            <a:ext cx="2084832" cy="429768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25232" y="18745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25232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40016" y="26974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Golden-Set Replay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467448" y="3383280"/>
            <a:ext cx="17556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“good” pairs become fixtures — replay against any new model/config.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96832" y="3429000"/>
            <a:ext cx="146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552280" y="1600200"/>
            <a:ext cx="2084832" cy="429768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74656" y="18745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74656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689440" y="26974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Model Choice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716872" y="3383280"/>
            <a:ext cx="17556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Latency/cost comparisons update from live traffic, not a fresh manual benchmark.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5 — The Bridge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choices — and the constraint that shapes all of them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801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hosted telemetry backend. No SaaS APM. Local storage only — the rule is about data leaving the machine, not what's kept on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517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044952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layer — spans and attributes across the async request lifecycle. The SDK usage is the skill; the backend is swappable.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51460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6517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3044952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— reuses the engine already being considered for memory/profile. Queryable with a CLI, no infrastructure to run.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976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FastAPI+HTMX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690872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deliberately not Grafana + Prometheus, which is its own side quest unless wanted separately.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416052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2976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JSON-lines (Stage 0)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690872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possible first step — one appended line per request, before any schema exists at all.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5 — The Bridge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order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ships independently — nothing here requires the next step to already exist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JSON-lines log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206240" y="16459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every /v1/chat/completions call — ships same 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0" cy="25603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048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35915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dashboard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206240" y="235915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trend queries matter more than tailing a log file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2862072"/>
            <a:ext cx="0" cy="25603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1810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07238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queries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206240" y="3072384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first, then scripted after any config.yml change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3575304"/>
            <a:ext cx="0" cy="25603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83133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78561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206240" y="3785616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+ a lightweight manual-labeling loop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4288536"/>
            <a:ext cx="0" cy="25603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54456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49884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Golden-set replay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206240" y="4498848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Stage 3 has produced enough labeled pairs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" y="5001768"/>
            <a:ext cx="0" cy="25603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34440" y="52120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(automatic)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206240" y="52120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out of Stages 1–2 running — no separate build step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5 — Roadmap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closes — and what it doesn't, yet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26307A"/>
          </a:solidFill>
          <a:ln w="12700">
            <a:solidFill>
              <a:srgbClr val="2630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“Own the harness”-style observability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bring up evaluation before we do”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“Opinions on model choice grounded in latency and cost numbers — changed when shown better numbers” (near word-for-word, once Stage 5 runs)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37960" y="224028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CI-style gate on every behaviour change — Stage 4 gets close in substance, but call it that only once it's built and has actually caught a regression, not just been designed.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precision discipline as the Redpanda-vs-Kafka naming question in the companion money-genie proposal.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design detail: experiments/telemetry-eval-arm-proposal.md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2026-08-22T17:23:09Z</dcterms:created>
  <dcterms:modified xsi:type="dcterms:W3CDTF">2026-08-22T17:23:09Z</dcterms:modified>
</cp:coreProperties>
</file>